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0" r:id="rId11"/>
  </p:sldIdLst>
  <p:sldSz cx="9144000" cy="5143500" type="screen16x9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jag6tNjCE3VQQ9pp4U4k3Sz57P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1C7F83-15BB-4CDE-A8B4-15B5F4BEFB62}">
  <a:tblStyle styleId="{811C7F83-15BB-4CDE-A8B4-15B5F4BEFB6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124" y="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50" Type="http://customschemas.google.com/relationships/presentationmetadata" Target="meta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Angel Velasquez Ysuiza" userId="3ad8b93aa8778c69" providerId="LiveId" clId="{A3BD6089-2BC7-4AD3-917A-3752A33CE842}"/>
    <pc:docChg chg="delSld">
      <pc:chgData name="Miguel Angel Velasquez Ysuiza" userId="3ad8b93aa8778c69" providerId="LiveId" clId="{A3BD6089-2BC7-4AD3-917A-3752A33CE842}" dt="2025-05-17T23:51:52.501" v="0" actId="2696"/>
      <pc:docMkLst>
        <pc:docMk/>
      </pc:docMkLst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65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66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67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68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69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70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71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72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73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74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75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76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77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78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79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80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81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82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83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84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85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86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87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88"/>
        </pc:sldMkLst>
      </pc:sldChg>
      <pc:sldChg chg="del">
        <pc:chgData name="Miguel Angel Velasquez Ysuiza" userId="3ad8b93aa8778c69" providerId="LiveId" clId="{A3BD6089-2BC7-4AD3-917A-3752A33CE842}" dt="2025-05-17T23:51:52.501" v="0" actId="2696"/>
        <pc:sldMkLst>
          <pc:docMk/>
          <pc:sldMk cId="0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c113ad4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5c113ad4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c113ad4c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35c113ad4c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c113ad4ce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5c113ad4ce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5c113ad4ce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g35c113ad4ce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1" name="Google Shape;11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13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13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" name="Google Shape;26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4" name="Google Shape;44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7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1" name="Google Shape;51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8" name="Google Shape;58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2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7" name="Google Shape;67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3" name="Google Shape;73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title"/>
          </p:nvPr>
        </p:nvSpPr>
        <p:spPr>
          <a:xfrm>
            <a:off x="744299" y="1644006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s" sz="2600">
                <a:solidFill>
                  <a:srgbClr val="000F37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🔴 (AC-S04-APF1) Avance de Proyecto Final 1 </a:t>
            </a:r>
            <a:endParaRPr sz="2600">
              <a:solidFill>
                <a:srgbClr val="000F37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s" sz="2600">
                <a:solidFill>
                  <a:srgbClr val="000F37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(Mejorado)</a:t>
            </a:r>
            <a:br>
              <a:rPr lang="es" sz="2600">
                <a:solidFill>
                  <a:srgbClr val="000F37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</a:br>
            <a:endParaRPr sz="2600">
              <a:solidFill>
                <a:srgbClr val="000F37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endParaRPr sz="5400"/>
          </a:p>
        </p:txBody>
      </p:sp>
      <p:sp>
        <p:nvSpPr>
          <p:cNvPr id="87" name="Google Shape;87;p1"/>
          <p:cNvSpPr txBox="1">
            <a:spLocks noGrp="1"/>
          </p:cNvSpPr>
          <p:nvPr>
            <p:ph type="body" idx="1"/>
          </p:nvPr>
        </p:nvSpPr>
        <p:spPr>
          <a:xfrm>
            <a:off x="621159" y="2946400"/>
            <a:ext cx="5204915" cy="1745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1700" b="1">
                <a:solidFill>
                  <a:schemeClr val="dk2"/>
                </a:solidFill>
              </a:rPr>
              <a:t>Integrantes GRUPO 3 :</a:t>
            </a:r>
            <a:endParaRPr sz="17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endParaRPr sz="17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Miguel Angel Velasquez Ysuiza           U23231519</a:t>
            </a:r>
            <a:endParaRPr sz="17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Roberto Agustin Mejia Collazos         U23254461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Manuel Angel Pecho Santos                  U23201694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r>
              <a:rPr lang="es" sz="1700">
                <a:solidFill>
                  <a:schemeClr val="dk2"/>
                </a:solidFill>
              </a:rPr>
              <a:t>Daniel Sotomayor Beteta                        U22226702</a:t>
            </a:r>
            <a:endParaRPr sz="17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endParaRPr sz="1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</a:pPr>
            <a:endParaRPr sz="1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000"/>
              </a:spcBef>
              <a:spcAft>
                <a:spcPts val="1000"/>
              </a:spcAft>
              <a:buSzPts val="1300"/>
              <a:buNone/>
            </a:pPr>
            <a:endParaRPr sz="100">
              <a:solidFill>
                <a:schemeClr val="dk2"/>
              </a:solidFill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0925" y="286225"/>
            <a:ext cx="2475149" cy="7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874790" y="783128"/>
            <a:ext cx="7738659" cy="52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s" sz="1850" b="1" i="0" u="none" strike="noStrike" cap="none">
                <a:solidFill>
                  <a:schemeClr val="dk2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Curso: Curso Integrador I: Sistemas - Software - Sección 37697</a:t>
            </a:r>
            <a:r>
              <a:rPr lang="es" sz="3700" b="1" i="0" u="none" strike="noStrike" cap="none">
                <a:solidFill>
                  <a:schemeClr val="dk2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sz="13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c113ad4ce_0_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📌 1. caso propuesto</a:t>
            </a:r>
            <a:endParaRPr/>
          </a:p>
        </p:txBody>
      </p:sp>
      <p:sp>
        <p:nvSpPr>
          <p:cNvPr id="95" name="Google Shape;95;g35c113ad4ce_0_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2000"/>
              <a:t>IMPLEMENTACIÓN DE UN SITIO WEB (ECOMMERS PARA LA VENTA DE PRODUCTOS TECNOLÓGICOS Y/O DE CÓMPUTO)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>
                <a:solidFill>
                  <a:schemeClr val="dk2"/>
                </a:solidFill>
              </a:rPr>
              <a:t>Propósito desarrollar una aplicación web de comercio electrónico para la empresa UTP Technology, con el fin de facilitar la venta de equipos tecnológicos en línea, como laptops, smartphones, periféricos y accesorios.</a:t>
            </a:r>
            <a:endParaRPr/>
          </a:p>
        </p:txBody>
      </p:sp>
      <p:pic>
        <p:nvPicPr>
          <p:cNvPr id="96" name="Google Shape;96;g35c113ad4ce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5c113ad4c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78" y="3638420"/>
            <a:ext cx="1816430" cy="1273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591675" y="537125"/>
            <a:ext cx="83163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 sz="2400"/>
              <a:t>👥 2. Modelo de negocio Canvas de UTPTECHNOLOGY</a:t>
            </a:r>
            <a:endParaRPr sz="2400"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4">
            <a:alphaModFix/>
          </a:blip>
          <a:srcRect l="2392" t="17653" r="2677" b="5759"/>
          <a:stretch/>
        </p:blipFill>
        <p:spPr>
          <a:xfrm>
            <a:off x="741750" y="1066725"/>
            <a:ext cx="7660498" cy="386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/>
              <a:t>🧠 3.1. Project charter del proyecto</a:t>
            </a:r>
            <a:endParaRPr/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438" y="1851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0350" y="119525"/>
            <a:ext cx="2809651" cy="37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0350" y="3857900"/>
            <a:ext cx="2809650" cy="106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644175" y="596175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 sz="2300"/>
              <a:t>🧱 3.2. Desglose de la estructura de tareas WBS</a:t>
            </a:r>
            <a:endParaRPr sz="2300"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88" y="53925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825" y="1146975"/>
            <a:ext cx="8317498" cy="34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727800" y="596175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 sz="2200"/>
              <a:t>🧱 3.3. Diagrama de Gantt</a:t>
            </a:r>
            <a:endParaRPr sz="2200"/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38" y="40825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25" y="1072850"/>
            <a:ext cx="8171723" cy="393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>
            <a:spLocks noGrp="1"/>
          </p:cNvSpPr>
          <p:nvPr>
            <p:ph type="title"/>
          </p:nvPr>
        </p:nvSpPr>
        <p:spPr>
          <a:xfrm>
            <a:off x="446000" y="839388"/>
            <a:ext cx="32778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🧩 4. Requerimientos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           funcionales</a:t>
            </a:r>
            <a:endParaRPr sz="2300"/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8" y="342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4475" y="710325"/>
            <a:ext cx="4186725" cy="40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c113ad4ce_0_95"/>
          <p:cNvSpPr txBox="1">
            <a:spLocks noGrp="1"/>
          </p:cNvSpPr>
          <p:nvPr>
            <p:ph type="title"/>
          </p:nvPr>
        </p:nvSpPr>
        <p:spPr>
          <a:xfrm>
            <a:off x="446000" y="839388"/>
            <a:ext cx="32778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🧩 4. Requerimientos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           no funcionales</a:t>
            </a:r>
            <a:endParaRPr sz="2300"/>
          </a:p>
        </p:txBody>
      </p:sp>
      <p:pic>
        <p:nvPicPr>
          <p:cNvPr id="139" name="Google Shape;139;g35c113ad4ce_0_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8" y="342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5c113ad4ce_0_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0325" y="1198134"/>
            <a:ext cx="4337039" cy="1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5c113ad4ce_0_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0325" y="2817511"/>
            <a:ext cx="4337050" cy="10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113ad4ce_0_103"/>
          <p:cNvSpPr txBox="1">
            <a:spLocks noGrp="1"/>
          </p:cNvSpPr>
          <p:nvPr>
            <p:ph type="title"/>
          </p:nvPr>
        </p:nvSpPr>
        <p:spPr>
          <a:xfrm>
            <a:off x="446000" y="839388"/>
            <a:ext cx="32778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🧩 4. Requerimientos</a:t>
            </a:r>
            <a:endParaRPr sz="23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None/>
            </a:pPr>
            <a:r>
              <a:rPr lang="es" sz="2300"/>
              <a:t>           otros</a:t>
            </a:r>
            <a:endParaRPr sz="2300"/>
          </a:p>
        </p:txBody>
      </p:sp>
      <p:pic>
        <p:nvPicPr>
          <p:cNvPr id="147" name="Google Shape;147;g35c113ad4ce_0_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8" y="34250"/>
            <a:ext cx="2007325" cy="6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5c113ad4ce_0_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0400" y="1543137"/>
            <a:ext cx="4806150" cy="20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c113ad4ce_0_285"/>
          <p:cNvSpPr txBox="1">
            <a:spLocks noGrp="1"/>
          </p:cNvSpPr>
          <p:nvPr>
            <p:ph type="title"/>
          </p:nvPr>
        </p:nvSpPr>
        <p:spPr>
          <a:xfrm>
            <a:off x="2921550" y="178850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" sz="6700"/>
              <a:t>Gracias</a:t>
            </a:r>
            <a:endParaRPr sz="6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Presentación en pantalla (16:9)</PresentationFormat>
  <Paragraphs>24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Lato</vt:lpstr>
      <vt:lpstr>Raleway</vt:lpstr>
      <vt:lpstr>Arial</vt:lpstr>
      <vt:lpstr>Streamline</vt:lpstr>
      <vt:lpstr>🔴 (AC-S04-APF1) Avance de Proyecto Final 1  (Mejorado)  </vt:lpstr>
      <vt:lpstr>📌 1. caso propuesto</vt:lpstr>
      <vt:lpstr>👥 2. Modelo de negocio Canvas de UTPTECHNOLOGY</vt:lpstr>
      <vt:lpstr>🧠 3.1. Project charter del proyecto</vt:lpstr>
      <vt:lpstr>🧱 3.2. Desglose de la estructura de tareas WBS</vt:lpstr>
      <vt:lpstr>🧱 3.3. Diagrama de Gantt</vt:lpstr>
      <vt:lpstr>🧩 4. Requerimientos            funcionales</vt:lpstr>
      <vt:lpstr>🧩 4. Requerimientos            no funcionales</vt:lpstr>
      <vt:lpstr>🧩 4. Requerimientos            otros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MIGUEL ANGEL</dc:creator>
  <cp:lastModifiedBy>Miguel Angel Velasquez Ysuiza</cp:lastModifiedBy>
  <cp:revision>1</cp:revision>
  <dcterms:modified xsi:type="dcterms:W3CDTF">2025-05-17T23:51:56Z</dcterms:modified>
</cp:coreProperties>
</file>